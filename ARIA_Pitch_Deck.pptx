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2A3578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2A3578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548640" cy="54864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ARIA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AI-Powered Marketing Team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founders build incredible products—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most have no idea how to market them.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606040"/>
            <a:ext cx="2560320" cy="54864"/>
          </a:xfrm>
          <a:prstGeom prst="rect">
            <a:avLst/>
          </a:prstGeom>
          <a:solidFill>
            <a:srgbClr val="F5656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88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68680" y="33375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technical founders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marketing is their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skill gap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260604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2606040"/>
            <a:ext cx="2560320" cy="54864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788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2–5 hrs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57600" y="33375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 is all the time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 dedicate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marketing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60604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2606040"/>
            <a:ext cx="256032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788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$50–300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46520" y="33375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budget—not enough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agency or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hire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7863840" cy="13716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716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3258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deploys a team of 5 AI marketing agents that build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go-to-market strategy and execute it for you.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2834640"/>
            <a:ext cx="2560320" cy="1828800"/>
          </a:xfrm>
          <a:prstGeom prst="rect">
            <a:avLst/>
          </a:prstGeom>
          <a:solidFill>
            <a:srgbClr val="F4F6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2834640"/>
            <a:ext cx="64008" cy="18288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971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First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3832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builds a GTM playbook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to your product,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audience, and budget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29000" y="2834640"/>
            <a:ext cx="2560320" cy="1828800"/>
          </a:xfrm>
          <a:prstGeom prst="rect">
            <a:avLst/>
          </a:prstGeom>
          <a:solidFill>
            <a:srgbClr val="F4F6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2834640"/>
            <a:ext cx="64008" cy="182880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12" name="Text 9"/>
          <p:cNvSpPr/>
          <p:nvPr/>
        </p:nvSpPr>
        <p:spPr>
          <a:xfrm>
            <a:off x="3703320" y="2971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Execution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703320" y="33832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email, social,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ads—all created and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publish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2834640"/>
            <a:ext cx="2560320" cy="1828800"/>
          </a:xfrm>
          <a:prstGeom prst="rect">
            <a:avLst/>
          </a:prstGeom>
          <a:solidFill>
            <a:srgbClr val="F4F6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2834640"/>
            <a:ext cx="64008" cy="1828800"/>
          </a:xfrm>
          <a:prstGeom prst="rect">
            <a:avLst/>
          </a:prstGeom>
          <a:solidFill>
            <a:srgbClr val="9F7AEA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2971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832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work 24/7,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and optimizing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feedback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Your AI Marketing Team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0" y="1097280"/>
            <a:ext cx="3657600" cy="10058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126187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6616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ARIA CEO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566160" y="1536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Marketing Strategist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0" y="2103120"/>
            <a:ext cx="0" cy="32004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17320" y="2423160"/>
            <a:ext cx="617220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17320" y="2423160"/>
            <a:ext cx="0" cy="22860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2423160"/>
            <a:ext cx="0" cy="22860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532120" y="2423160"/>
            <a:ext cx="0" cy="22860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89520" y="2423160"/>
            <a:ext cx="0" cy="22860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265176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651760"/>
            <a:ext cx="1920240" cy="5486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816352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94360" y="3291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Writer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94360" y="3794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posts, landing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pages, thought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2514600" y="265176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514600" y="2651760"/>
            <a:ext cx="1920240" cy="54864"/>
          </a:xfrm>
          <a:prstGeom prst="rect">
            <a:avLst/>
          </a:prstGeom>
          <a:solidFill>
            <a:srgbClr val="48BB7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816352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651760" y="3291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Marketer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2651760" y="3794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sequences,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newsletters, drip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572000" y="265176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572000" y="2651760"/>
            <a:ext cx="1920240" cy="54864"/>
          </a:xfrm>
          <a:prstGeom prst="rect">
            <a:avLst/>
          </a:prstGeom>
          <a:solidFill>
            <a:srgbClr val="9F7AEA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2816352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709160" y="3291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Manager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709160" y="3794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LinkedIn, Facebook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posts, calendar,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629400" y="2651760"/>
            <a:ext cx="1920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629400" y="2651760"/>
            <a:ext cx="1920240" cy="54864"/>
          </a:xfrm>
          <a:prstGeom prst="rect">
            <a:avLst/>
          </a:prstGeom>
          <a:solidFill>
            <a:srgbClr val="F56565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2816352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766560" y="3291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Strategist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6766560" y="37947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ads, targeting,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A/B testing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onboarding to execution in three simple steps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60320" cy="3108960"/>
          </a:xfrm>
          <a:prstGeom prst="rect">
            <a:avLst/>
          </a:prstGeom>
          <a:solidFill>
            <a:srgbClr val="F4F6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Us About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Product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10–15 min conversation with the ARIA CEO agent. We learn your product, audience, goals, and budget.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3017520"/>
            <a:ext cx="228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554480"/>
            <a:ext cx="2560320" cy="3108960"/>
          </a:xfrm>
          <a:prstGeom prst="rect">
            <a:avLst/>
          </a:prstGeom>
          <a:solidFill>
            <a:srgbClr val="F4F6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03320" y="1691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8BB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703320" y="2377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Your GTM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Playbook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03320" y="31089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generates a complete go-to-market strategy: positioning, messaging, content themes, and a 30/60/90 day plan.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3017520"/>
            <a:ext cx="228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554480"/>
            <a:ext cx="2560320" cy="3108960"/>
          </a:xfrm>
          <a:prstGeom prst="rect">
            <a:avLst/>
          </a:prstGeom>
          <a:solidFill>
            <a:srgbClr val="F4F6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1691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F7A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492240" y="2377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Receive Ready-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to-Use Content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31089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posts, emails, social posts, and ad copy—all tailored to your brand voice. Copy, paste, and publish.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64008" cy="10058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31M+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founders worldwide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514600"/>
            <a:ext cx="64008" cy="100584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3063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automation market by 2027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749040"/>
            <a:ext cx="64008" cy="1005840"/>
          </a:xfrm>
          <a:prstGeom prst="rect">
            <a:avLst/>
          </a:prstGeom>
          <a:solidFill>
            <a:srgbClr val="F56565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4297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startups fail due to poor marketing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1280160"/>
            <a:ext cx="3474720" cy="3474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1508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Ideal Customer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94960" y="2057400"/>
            <a:ext cx="29260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founder or indie hacker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working product (SaaS, API, tool)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marketing experience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$50–$300/mo marketing budget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hours/week for marketing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SaaS subscription — three tiers, instant value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60320" cy="3200400"/>
          </a:xfrm>
          <a:prstGeom prst="rect">
            <a:avLst/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$49</a:t>
            </a:r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/month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playbook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content pieces/mo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calendar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campaign plan/mo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371600"/>
            <a:ext cx="2560320" cy="3474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2900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2148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$149</a:t>
            </a:r>
            <a:pPr algn="ctr" indent="0" marL="0">
              <a:buNone/>
            </a:pPr>
            <a:r>
              <a:rPr lang="en-US" sz="1400" dirty="0">
                <a:solidFill>
                  <a:srgbClr val="F5C542"/>
                </a:solidFill>
              </a:rPr>
              <a:t>/month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703320" y="288036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content pieces/mo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sequences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calendar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campaign plans/mo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560320" cy="3200400"/>
          </a:xfrm>
          <a:prstGeom prst="rect">
            <a:avLst/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2148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$299</a:t>
            </a:r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/month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92240" y="288036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Growth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content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generation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 configs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Roadmap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copy-paste to full automation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786384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Shape 3"/>
          <p:cNvSpPr/>
          <p:nvPr/>
        </p:nvSpPr>
        <p:spPr>
          <a:xfrm>
            <a:off x="1325880" y="2194560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 Launch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1737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8803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model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playbook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AI agents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generation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194560"/>
            <a:ext cx="320040" cy="320040"/>
          </a:xfrm>
          <a:prstGeom prst="ellipse">
            <a:avLst/>
          </a:prstGeom>
          <a:solidFill>
            <a:srgbClr val="48BB78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463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97480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 days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97480" y="2788920"/>
            <a:ext cx="1737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34640" y="28803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provider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(ConvertKit,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Mailchimp)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2194560"/>
            <a:ext cx="320040" cy="320040"/>
          </a:xfrm>
          <a:prstGeom prst="ellipse">
            <a:avLst/>
          </a:prstGeom>
          <a:solidFill>
            <a:srgbClr val="9F7AEA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463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7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+120 days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788920"/>
            <a:ext cx="1737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28803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 LinkedIn)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MCP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0" y="2194560"/>
            <a:ext cx="320040" cy="320040"/>
          </a:xfrm>
          <a:prstGeom prst="ellipse">
            <a:avLst/>
          </a:prstGeom>
          <a:solidFill>
            <a:srgbClr val="F5C542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1463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12280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+270 days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12280" y="2788920"/>
            <a:ext cx="1737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49440" y="28803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API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automation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1097280"/>
          </a:xfrm>
          <a:prstGeom prst="rect">
            <a:avLst/>
          </a:prstGeom>
          <a:solidFill>
            <a:srgbClr val="F4F6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64008" cy="10972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801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Has Reached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 Quality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31920" y="13258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now produce content that matches or exceeds entry-level marketing hires—at a fraction of the cost.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7863840" cy="1097280"/>
          </a:xfrm>
          <a:prstGeom prst="rect">
            <a:avLst/>
          </a:prstGeom>
          <a:solidFill>
            <a:srgbClr val="F4F6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468880"/>
            <a:ext cx="64008" cy="109728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560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Founder Economy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Booming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31920" y="26060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developers are going solo than ever. Indie hackers, solopreneurs, and micro-SaaS builders all need marketing help.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7863840" cy="1097280"/>
          </a:xfrm>
          <a:prstGeom prst="rect">
            <a:avLst/>
          </a:prstGeom>
          <a:solidFill>
            <a:srgbClr val="F4F6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749040"/>
            <a:ext cx="64008" cy="1097280"/>
          </a:xfrm>
          <a:prstGeom prst="rect">
            <a:avLst/>
          </a:prstGeom>
          <a:solidFill>
            <a:srgbClr val="9F7AE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840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Tools Don’t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 This User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31920" y="38862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HubSpot, Hootsuite, and Mailchimp assume marketing knowledge. ARIA assumes none—it teaches and executes.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2A3578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A3578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0" cy="54864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Build the Future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Founder Marketing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gives every developer founder a world-class marketing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team—powered by AI, available from day one.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566160"/>
            <a:ext cx="7680960" cy="9144"/>
          </a:xfrm>
          <a:prstGeom prst="rect">
            <a:avLst/>
          </a:prstGeom>
          <a:solidFill>
            <a:srgbClr val="A0AEC0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accounts@zillamedia.co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 |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ARIA — Your AI Marketing Team</dc:title>
  <dc:subject>PptxGenJS Presentation</dc:subject>
  <dc:creator>ARIA</dc:creator>
  <cp:lastModifiedBy>ARIA</cp:lastModifiedBy>
  <cp:revision>1</cp:revision>
  <dcterms:created xsi:type="dcterms:W3CDTF">2026-03-26T17:11:36Z</dcterms:created>
  <dcterms:modified xsi:type="dcterms:W3CDTF">2026-03-26T17:11:36Z</dcterms:modified>
</cp:coreProperties>
</file>